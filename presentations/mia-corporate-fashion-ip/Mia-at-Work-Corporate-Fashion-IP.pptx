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INR lakh</c:v>
                </c:pt>
              </c:strCache>
            </c:strRef>
          </c:tx>
          <c:spPr>
            <a:solidFill>
              <a:srgbClr val="3B1F3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2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Stage, ramp, AV and lighting (5 events)</c:v>
                  </c:pt>
                  <c:pt idx="1">
                    <c:v>Influencer jury and amplifiers</c:v>
                  </c:pt>
                  <c:pt idx="2">
                    <c:v>Venue fees and permissions</c:v>
                  </c:pt>
                  <c:pt idx="3">
                    <c:v>Models, choreography, styling, hair and makeup</c:v>
                  </c:pt>
                  <c:pt idx="4">
                    <c:v>Branding, zones and production</c:v>
                  </c:pt>
                  <c:pt idx="5">
                    <c:v>Agency fee and contingency</c:v>
                  </c:pt>
                  <c:pt idx="6">
                    <c:v>Digital ads and registration tech</c:v>
                  </c:pt>
                  <c:pt idx="7">
                    <c:v>Content crew and editing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4.5</c:v>
                </c:pt>
                <c:pt idx="2">
                  <c:v>3</c:v>
                </c:pt>
                <c:pt idx="3">
                  <c:v>2.5</c:v>
                </c:pt>
                <c:pt idx="4">
                  <c:v>2</c:v>
                </c:pt>
                <c:pt idx="5">
                  <c:v>2</c:v>
                </c:pt>
                <c:pt idx="6">
                  <c:v>1.5</c:v>
                </c:pt>
                <c:pt idx="7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A2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A2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idea in one line: Mia becomes the brand that celebrates how corporate women in Bengaluru express themselves at work. Then the ask: title sponsorship of a 4-park, 8-week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white space: campuses run health camps, food fests and sports days, but nobody has built a fashion property for the women who work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097280"/>
            <a:ext cx="4572000" cy="4572000"/>
          </a:xfrm>
          <a:prstGeom prst="ellipse">
            <a:avLst/>
          </a:prstGeom>
          <a:solidFill>
            <a:srgbClr val="B76E79">
              <a:alpha val="20000"/>
            </a:srgbClr>
          </a:solidFill>
          <a:ln w="12700">
            <a:solidFill>
              <a:srgbClr val="B76E79">
                <a:alpha val="2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MARKETING IP PROPOSAL FOR MIA BY TANISHQ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Mia at Work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77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Face of Fashion in Corporate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089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on-ground fashion IP across Bengaluru's IT parks, celebrating the corporate woman and her everyday style.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 ·  8-week season  ·  4 park rounds + 1 finale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under-served audience at 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920240" cy="2468880"/>
          </a:xfrm>
          <a:prstGeom prst="roundRect">
            <a:avLst>
              <a:gd name="adj" fmla="val 3810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66878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2148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1.5M+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834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workers in Bengaluru IT parks and corridors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60320" y="1371600"/>
            <a:ext cx="1920240" cy="2468880"/>
          </a:xfrm>
          <a:prstGeom prst="roundRect">
            <a:avLst>
              <a:gd name="adj" fmla="val 3810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743200" y="15544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6878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743200" y="2148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3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2743200" y="2834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women in the workforce across large IT campuses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663440" y="1371600"/>
            <a:ext cx="1920240" cy="2468880"/>
          </a:xfrm>
          <a:prstGeom prst="roundRect">
            <a:avLst>
              <a:gd name="adj" fmla="val 3810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46320" y="15544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0620" y="166878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48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days</a:t>
            </a:r>
            <a:endParaRPr lang="en-US" sz="32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834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she dresses for work, where jewellery is chosen fast and worn long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766560" y="1371600"/>
            <a:ext cx="1920240" cy="2468880"/>
          </a:xfrm>
          <a:prstGeom prst="roundRect">
            <a:avLst>
              <a:gd name="adj" fmla="val 3810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949440" y="15544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3740" y="1668780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2148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6949440" y="2834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on-ground fashion property speaks to her at her workplace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figures are indicative and will be validated with park management during venue scouting.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IP belongs to Mia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502920" cy="502920"/>
          </a:xfrm>
          <a:prstGeom prst="ellipse">
            <a:avLst/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451610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307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Workwear is Mia's home turf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5727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is already positioned as everyday, wearable, modern jewellery. This IP puts that promise on the woman it was designed for, at the place she wears it most.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502920" cy="502920"/>
          </a:xfrm>
          <a:prstGeom prst="ellipse">
            <a:avLst/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22885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0848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emotion, not borrowed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88720" y="235000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renting a celebrity moment, Mia owns a recurring story: 'the face of fashion in corporate' is a title only Mia gives.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57200" y="2880360"/>
            <a:ext cx="502920" cy="502920"/>
          </a:xfrm>
          <a:prstGeom prst="ellipse">
            <a:avLst/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00609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28620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content engine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188720" y="312724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round produces styled looks, transformation reels and influencer judging moments, all wearing Mia.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57200" y="3657600"/>
            <a:ext cx="502920" cy="502920"/>
          </a:xfrm>
          <a:prstGeom prst="ellipse">
            <a:avLst/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" y="3783330"/>
            <a:ext cx="251460" cy="2514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36393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next to the store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1188720" y="390448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IT parks sit within minutes of Mia and Tanishq stores in Whitefield, Marathahalli, Hebbal and Koramangala.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Face of Fashion in Corporate. Crown her in Mia.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317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city-wide search inside IT parks. Working women register, get shortlisted by fashion influencers in a lunchtime round at their own campus, are styled and mentored, and walk a professional ramp at the season finale alongside pro models. The winner becomes the Face of Mia at Work for the season.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0" y="8229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978408"/>
            <a:ext cx="457200" cy="45720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5060" y="1092708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75120" y="9326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registration across 4 parks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43600" y="17373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80760" y="1892808"/>
            <a:ext cx="457200" cy="45720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60" y="2007108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75120" y="1847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675120" y="2121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judges pick 5 per park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943600" y="26517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080760" y="2807208"/>
            <a:ext cx="457200" cy="45720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2921508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675120" y="27614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675120" y="30358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Mentoring, Mia styling, look creation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943600" y="3566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80760" y="3721608"/>
            <a:ext cx="457200" cy="45720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060" y="3835908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675120" y="3675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675120" y="39502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ramp, winner announced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AT A GLANCE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park rounds feed one finale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926080" cy="548640"/>
          </a:xfrm>
          <a:prstGeom prst="roundRect">
            <a:avLst>
              <a:gd name="adj" fmla="val 13333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2646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 ·  Park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Manyata Tech Park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1645920"/>
            <a:ext cx="640080" cy="0"/>
          </a:xfrm>
          <a:prstGeom prst="line">
            <a:avLst/>
          </a:prstGeom>
          <a:noFill/>
          <a:ln w="19050">
            <a:solidFill>
              <a:srgbClr val="B76E7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7200" y="2029968"/>
            <a:ext cx="2926080" cy="548640"/>
          </a:xfrm>
          <a:prstGeom prst="roundRect">
            <a:avLst>
              <a:gd name="adj" fmla="val 13333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084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 ·  Park 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86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Embassy TechVillage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83280" y="2304288"/>
            <a:ext cx="640080" cy="0"/>
          </a:xfrm>
          <a:prstGeom prst="line">
            <a:avLst/>
          </a:prstGeom>
          <a:noFill/>
          <a:ln w="19050">
            <a:solidFill>
              <a:srgbClr val="B76E7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2688336"/>
            <a:ext cx="2926080" cy="548640"/>
          </a:xfrm>
          <a:prstGeom prst="roundRect">
            <a:avLst>
              <a:gd name="adj" fmla="val 13333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7432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 ·  Park 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29443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Bagmane Tech Park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2962656"/>
            <a:ext cx="640080" cy="0"/>
          </a:xfrm>
          <a:prstGeom prst="line">
            <a:avLst/>
          </a:prstGeom>
          <a:noFill/>
          <a:ln w="19050">
            <a:solidFill>
              <a:srgbClr val="B76E7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2926080" cy="548640"/>
          </a:xfrm>
          <a:prstGeom prst="roundRect">
            <a:avLst>
              <a:gd name="adj" fmla="val 13333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4015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 ·  Park 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6027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RMZ Ecoworld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83280" y="3621024"/>
            <a:ext cx="640080" cy="0"/>
          </a:xfrm>
          <a:prstGeom prst="line">
            <a:avLst/>
          </a:prstGeom>
          <a:noFill/>
          <a:ln w="19050">
            <a:solidFill>
              <a:srgbClr val="B76E7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14800" y="1371600"/>
            <a:ext cx="1920240" cy="2523744"/>
          </a:xfrm>
          <a:prstGeom prst="roundRect">
            <a:avLst>
              <a:gd name="adj" fmla="val 3810"/>
            </a:avLst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06240" y="2011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finalists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420624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from each park, mentored over 2 weeks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633472"/>
            <a:ext cx="457200" cy="0"/>
          </a:xfrm>
          <a:prstGeom prst="line">
            <a:avLst/>
          </a:prstGeom>
          <a:noFill/>
          <a:ln w="19050">
            <a:solidFill>
              <a:srgbClr val="B76E7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675120" y="1371600"/>
            <a:ext cx="2011680" cy="2523744"/>
          </a:xfrm>
          <a:prstGeom prst="roundRect">
            <a:avLst>
              <a:gd name="adj" fmla="val 3636"/>
            </a:avLst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Finale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196596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ramp show at the anchor park. Pro models open and close, 20 finalists walk the Mia segments, influencer jury crowns the winner.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list is a proposed shortlist. Final selection follows venue conversations in weeks 1 and 2.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 speaking 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the participant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24 to 38, working in IT, ITES, consulting and startups inside the parks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Dresses for work daily, wants to look polished without effort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on Instagram, follows fashion and workwear creators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jewellery for herself, values design and wearability over weight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the campus audience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691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on campus during lunch and evening: colleagues who cheer, try on, take photos and share. This is where reach and word of mouth come from.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Tertiary: the digital audience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154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of the influencer jury and of Mia's own handles across India, who see the finalists' journeys, styling reels and the finale.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plan: four parks, one anchor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828800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works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Manyata Tech Park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Hebbal, North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campus, central food court plaza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Embassy TechVillage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Ring Road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amphitheatre, strong footfall at lunch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 + Finale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Bagmane Tech Park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Raman Nagar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Compact, dense, easy stage setup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RMZ Ecoworld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Bellandur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lawn, evening-friendly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0" y="128016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26480" y="1417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78308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Lunch-hour footfall of 3,000+ in a single plaza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management open to tenant engagement events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security and stage-able open area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or Tanishq store within 15 minutes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co-promote on internal channels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options: Prestige Tech Park, Cessna Business Park, Global Village Tech Park.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Eight-week season plan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0609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81762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62915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25221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06374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875270" y="1325880"/>
            <a:ext cx="811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691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tie-ups &amp; permissions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21992" y="1719072"/>
            <a:ext cx="1568196" cy="219456"/>
          </a:xfrm>
          <a:prstGeom prst="roundRect">
            <a:avLst>
              <a:gd name="adj" fmla="val 20833"/>
            </a:avLst>
          </a:prstGeom>
          <a:solidFill>
            <a:srgbClr val="6E6873"/>
          </a:solidFill>
          <a:ln w="12700">
            <a:solidFill>
              <a:srgbClr val="6E68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057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onboarding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21992" y="2084832"/>
            <a:ext cx="1568196" cy="219456"/>
          </a:xfrm>
          <a:prstGeom prst="roundRect">
            <a:avLst>
              <a:gd name="adj" fmla="val 20833"/>
            </a:avLst>
          </a:prstGeom>
          <a:solidFill>
            <a:srgbClr val="6E6873"/>
          </a:solidFill>
          <a:ln w="12700">
            <a:solidFill>
              <a:srgbClr val="6E687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423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drive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33522" y="2450592"/>
            <a:ext cx="2379726" cy="219456"/>
          </a:xfrm>
          <a:prstGeom prst="roundRect">
            <a:avLst>
              <a:gd name="adj" fmla="val 20833"/>
            </a:avLst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across 4 parks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6582" y="2816352"/>
            <a:ext cx="1568196" cy="219456"/>
          </a:xfrm>
          <a:prstGeom prst="roundRect">
            <a:avLst>
              <a:gd name="adj" fmla="val 20833"/>
            </a:avLst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1546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 &amp; styling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79642" y="3182112"/>
            <a:ext cx="1568196" cy="219456"/>
          </a:xfrm>
          <a:prstGeom prst="roundRect">
            <a:avLst>
              <a:gd name="adj" fmla="val 20833"/>
            </a:avLst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520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finale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02702" y="3547872"/>
            <a:ext cx="756666" cy="219456"/>
          </a:xfrm>
          <a:prstGeom prst="roundRect">
            <a:avLst>
              <a:gd name="adj" fmla="val 20833"/>
            </a:avLst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38862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PR amplification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56582" y="3913632"/>
            <a:ext cx="4002786" cy="219456"/>
          </a:xfrm>
          <a:prstGeom prst="roundRect">
            <a:avLst>
              <a:gd name="adj" fmla="val 20833"/>
            </a:avLst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9456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0609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1762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2915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5221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6374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7527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0" y="1600200"/>
            <a:ext cx="0" cy="2651760"/>
          </a:xfrm>
          <a:prstGeom prst="line">
            <a:avLst/>
          </a:prstGeom>
          <a:noFill/>
          <a:ln w="6350">
            <a:solidFill>
              <a:srgbClr val="E6DDE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dates: Round 1 on Thursdays and Fridays of weeks 4 and 5 at lunch. Finale on a Friday evening of week 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PRE-EVENT, WEEKS 2 TO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plan: filling the funnel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3162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01168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Geo-targeted Instagram and Meta ads within a 3 km radius of each park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jury announcement reels with a registration call to action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with 60-second registration and a photo upload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46120" y="128016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29000" y="14173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53162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77640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park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201168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Standees and elevator branding at food courts and lobbies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management emailers and tenant Slack or Teams posts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Lunch-hour 'Mia styling desk' teasers one week before each round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35040" y="128016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17920" y="14173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53162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766560" y="14813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0" y="201168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and women's ERG partnerships in anchor tenants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mechanic: register with a colleague, both get a Mia voucher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broadcast for registrants with styling tips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1,200 registrations across four parks, 300 per park, to shortlist 40 per park for the on-ground round.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as judges and mentors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804672"/>
          </a:xfrm>
          <a:prstGeom prst="roundRect">
            <a:avLst>
              <a:gd name="adj" fmla="val 9091"/>
            </a:avLst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371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Jury lead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6642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macro fashion creator, 500K+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38988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judge at all rounds and the finale. Announces the winner. 3 reels, 2 stories per round.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804672"/>
          </a:xfrm>
          <a:prstGeom prst="roundRect">
            <a:avLst>
              <a:gd name="adj" fmla="val 9091"/>
            </a:avLst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judges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5786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mid-tier workwear and styling creators, 100K to 300K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30428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rotates per park round. Mentors five finalists each. Judging reels and mentoring vlogs.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804672"/>
          </a:xfrm>
          <a:prstGeom prst="roundRect">
            <a:avLst>
              <a:gd name="adj" fmla="val 9091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930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micro creators, 20K to 80K, Bengaluru based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21868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rounds, create try-on and 'office fit check' content, drive registrations in their circles.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filter: creators whose audience is 60%+ women aged 24 to 38 in Bengaluru, with prior workwear or jewellery content. Shortlist shared with Mia for approval in week 1.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AND POST-EVENT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Content: three waves in one season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508760" y="1234440"/>
            <a:ext cx="548640" cy="548640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087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Weeks 2-4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6032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Jury reveal and registration reels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'What does fashion at work mean to you' UGC prompt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teasers and countdowns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234440"/>
            <a:ext cx="548640" cy="54864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 ·  Weeks 4-7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Journey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56032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highlights per park, 48-hour turnaround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Finalist introduction cards, 20 stories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 and Mia styling transformation reels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86600" y="1234440"/>
            <a:ext cx="548640" cy="548640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 ·  Weeks 8-9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103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56032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live stories and after-movie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announcement and 'Face of Mia at Work' campaign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pitch to city lifestyle and business media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content is shot by our crew and shared with Mia with full usage rights for the season plus 6 months.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· ROUND 1, PER PARK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1 flow: a lunch-hour takeover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88720" y="1389888"/>
            <a:ext cx="128016" cy="128016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728" y="1517904"/>
            <a:ext cx="0" cy="292608"/>
          </a:xfrm>
          <a:prstGeom prst="line">
            <a:avLst/>
          </a:prstGeom>
          <a:noFill/>
          <a:ln w="12700">
            <a:solidFill>
              <a:srgbClr val="E6DD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12801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complete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28016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Stage, Mia styling zone, photo booth, registration desk live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68249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12:15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88720" y="1792224"/>
            <a:ext cx="128016" cy="128016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2728" y="1920240"/>
            <a:ext cx="0" cy="292608"/>
          </a:xfrm>
          <a:prstGeom prst="line">
            <a:avLst/>
          </a:prstGeom>
          <a:noFill/>
          <a:ln w="12700">
            <a:solidFill>
              <a:srgbClr val="E6DD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08760" y="168249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opens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168249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Walk-in try-ons, styling desk, micro creators go live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08483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12:45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88720" y="2194560"/>
            <a:ext cx="128016" cy="128016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2728" y="2322576"/>
            <a:ext cx="0" cy="292608"/>
          </a:xfrm>
          <a:prstGeom prst="line">
            <a:avLst/>
          </a:prstGeom>
          <a:noFill/>
          <a:ln w="12700">
            <a:solidFill>
              <a:srgbClr val="E6DD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08760" y="208483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Emcee kicks off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20848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Jury introduction, format explained, crowd energizer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48716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188720" y="2596896"/>
            <a:ext cx="128016" cy="128016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2728" y="2724912"/>
            <a:ext cx="0" cy="292608"/>
          </a:xfrm>
          <a:prstGeom prst="line">
            <a:avLst/>
          </a:prstGeom>
          <a:noFill/>
          <a:ln w="12700">
            <a:solidFill>
              <a:srgbClr val="E6DD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508760" y="24871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walk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4871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pre-shortlisted participants walk in groups of 8, jury scores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88950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13:45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88720" y="2999232"/>
            <a:ext cx="128016" cy="128016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2728" y="3127248"/>
            <a:ext cx="0" cy="292608"/>
          </a:xfrm>
          <a:prstGeom prst="line">
            <a:avLst/>
          </a:prstGeom>
          <a:noFill/>
          <a:ln w="12700">
            <a:solidFill>
              <a:srgbClr val="E6DD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08760" y="28895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showcase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291840" y="2889504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 models present the Mia workwear edit, hosted by the park judge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29184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188720" y="3401568"/>
            <a:ext cx="128016" cy="128016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52728" y="3529584"/>
            <a:ext cx="0" cy="292608"/>
          </a:xfrm>
          <a:prstGeom prst="line">
            <a:avLst/>
          </a:prstGeom>
          <a:noFill/>
          <a:ln w="12700">
            <a:solidFill>
              <a:srgbClr val="E6DDE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508760" y="3291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announced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291840" y="329184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Finalists receive a Mia piece on stage, photo moment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69417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14:15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188720" y="3803904"/>
            <a:ext cx="128016" cy="128016"/>
          </a:xfrm>
          <a:prstGeom prst="ellipse">
            <a:avLst/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508760" y="369417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and content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9417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Finalist interviews, crowd try-ons continue till 15:00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criteria: confidence, styling sense, how the Mia piece is worn, and audience response. Scored 1 to 10 on each.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· GRAND FINALE, WEEK 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Finale flow: a Friday evening ramp show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5331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17:30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441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 open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try-on lounge, photo wall, welcome drinks, DJ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08483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18:30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0756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act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models open with the Mia signature edit, jury lead hosts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1635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18:50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8072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1: Boardroom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finalists, formal workwear styled with Mia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54787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19:10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538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2: Desk to Dinner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finalists, transition looks, mentors introduce each walk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128016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35331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19:30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13441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Jury deliberation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audience vote via QR adds 20% weight, micro creators do crowd bits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01168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208483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19:45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0" y="20756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Crowning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of Fashion in Corporate announced, Mia collection gifted, sash and trophy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274320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00600" y="281635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0" y="28072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walk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20 finalists and models, confetti, press and content moment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347472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54787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20:15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3538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After-party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Networking, try-ons and vouchers till 21:00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Venue: amphitheatre or central lawn at the anchor park. Capacity 600 seated plus standing.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EXPERIENCE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zones on the ground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58877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5880" y="14447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Styling Studio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1737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stylists pair jewellery with what attendees are already wearing. Every look gets a photo with a Mia frame.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2801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46320" y="1463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1588770"/>
            <a:ext cx="251460" cy="2514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32120" y="14447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of Fashion Booth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532120" y="1737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Ring-light photo wall with the season branding. Instant print plus a shareable digital copy with a Mia voucher.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305181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325880" y="29077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and Take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325880" y="32004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25-piece workwear edit on display. Attendees scan to reserve a piece at the nearest store with a season offer.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6344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846320" y="29260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050" y="3051810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532120" y="29077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and lead desk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532120" y="32004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On-the-spot registrations for the next round, consented lead capture for Mia CRM.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Execution: workstreams and ownership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24688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Agency owns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Mia owns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 and permissions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 scouting, contracts, permissions, security, insurance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Sign-off on final park 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Influencers and jury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Shortlist, contracts, briefs, content calendar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 of jury and brand brief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Landing page, ads, park promotion, shortlisting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Assets and brand guidelines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Stage, ramp, AV, branding, zones, crew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Jewellery for styling and gifting, store offers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4, Week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and styling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Choreographer, pro models, stylists, hair and makeup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 of looks and collection 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3, Week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and 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Crew, editing, 48-hour delivery, media pitching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Posting on Mia handles, press approvals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Dashboard, weekly report, post-season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sales data for the lift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Budget: a lean season under 25 lakh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53035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18872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371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645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₹23 lakh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GST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2560320"/>
            <a:ext cx="2286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Jewellery for styling and gifting is in kind from Mia, not in this budget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fees can drop to zero where management co-hosts as a tenant engagement event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and beverage co-sponsors can offset up to 3 lakh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success looks like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7734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417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1,200+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46120" y="1280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57734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23360" y="1417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15,000+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402336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on-ground footfall across 5 events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35040" y="128016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57734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12280" y="1417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3M+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reach via jury and creators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2743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0080" y="29260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040380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2880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2600" dirty="0"/>
          </a:p>
        </p:txBody>
      </p:sp>
      <p:sp>
        <p:nvSpPr>
          <p:cNvPr id="25" name="Text 19"/>
          <p:cNvSpPr txBox="1"/>
          <p:nvPr/>
        </p:nvSpPr>
        <p:spPr>
          <a:xfrm>
            <a:off x="1234440" y="34015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content assets delivered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3246120" y="2743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3429000" y="29260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0" y="3040380"/>
            <a:ext cx="228600" cy="2286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023360" y="2880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2,500+</a:t>
            </a:r>
            <a:endParaRPr lang="en-US" sz="2600" dirty="0"/>
          </a:p>
        </p:txBody>
      </p:sp>
      <p:sp>
        <p:nvSpPr>
          <p:cNvPr id="30" name="Text 23"/>
          <p:cNvSpPr txBox="1"/>
          <p:nvPr/>
        </p:nvSpPr>
        <p:spPr>
          <a:xfrm>
            <a:off x="4023360" y="34015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consented leads for Mia CRM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6035040" y="27432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6217920" y="292608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20" y="3040380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12280" y="2880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+15%</a:t>
            </a:r>
            <a:endParaRPr lang="en-US" sz="2600" dirty="0"/>
          </a:p>
        </p:txBody>
      </p:sp>
      <p:sp>
        <p:nvSpPr>
          <p:cNvPr id="35" name="Text 27"/>
          <p:cNvSpPr txBox="1"/>
          <p:nvPr/>
        </p:nvSpPr>
        <p:spPr>
          <a:xfrm>
            <a:off x="6812280" y="34015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recall lift in a pre and post survey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weekly on a shared dashboard. Brand lift measured with a 300-respondent survey inside the parks before and after the season.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Mia gets as title sponsor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3B1F3A"/>
          </a:solidFill>
          <a:ln w="12700">
            <a:solidFill>
              <a:srgbClr val="3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content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naming: 'Mia at Work: Face of Fashion in Corporate'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lock-up on every asset, stage, ramp and creator post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jewellery category, no competing brand on ground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of the winner's title and campaign rights for 6 months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content with usage rights across Mia's channels and stores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and future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78308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 and try-on zones at all 5 events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Consented lead data and season offer redemption tracking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activation kit for 4 nearby Mia stores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option to renew for Hyderabad and Pune seasons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of first refusal on Season 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6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how we handle them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77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at Work  ·  Proposal for Mia by Tanishq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512064"/>
          </a:xfrm>
          <a:prstGeom prst="roundRect">
            <a:avLst>
              <a:gd name="adj" fmla="val 14286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25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refuses stage or crowd events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325880"/>
            <a:ext cx="5303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backup parks per zone kept warm in week 1. Lobby-scale 'styling desk' format as fallback.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865376"/>
            <a:ext cx="82296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91109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registrations at a park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1911096"/>
            <a:ext cx="5303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budget reallocated by week 3 data. HR and ERG referrals switched on early. Walk-in registration on the day.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450592"/>
            <a:ext cx="8229600" cy="512064"/>
          </a:xfrm>
          <a:prstGeom prst="roundRect">
            <a:avLst>
              <a:gd name="adj" fmla="val 14286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963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or weather on event day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2496312"/>
            <a:ext cx="5303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held under food court cover. Finale has a covered contingency and a 48-hour reschedule window.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035808"/>
            <a:ext cx="82296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08152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drops out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081528"/>
            <a:ext cx="5303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with replacement clauses. Bench of 2 alternates per tier briefed and signed.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21024"/>
            <a:ext cx="8229600" cy="512064"/>
          </a:xfrm>
          <a:prstGeom prst="roundRect">
            <a:avLst>
              <a:gd name="adj" fmla="val 14286"/>
            </a:avLst>
          </a:prstGeom>
          <a:solidFill>
            <a:srgbClr val="F7ECEF"/>
          </a:solidFill>
          <a:ln w="12700">
            <a:solidFill>
              <a:srgbClr val="F7EC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66674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safety on stage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3666744"/>
            <a:ext cx="5303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rubric, emcee script and content guidelines approved by Mia. No body-size or appearance commentary.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777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Mia the face of fashion at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365760" cy="36576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103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call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2103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on scope, parks and jury direction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65760" cy="36576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651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approval and title sponsorship agreement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365760" cy="36576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Kick-off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begins: venue and influencer lock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365760" cy="365760"/>
          </a:xfrm>
          <a:prstGeom prst="ellipse">
            <a:avLst/>
          </a:prstGeom>
          <a:solidFill>
            <a:srgbClr val="B76E79"/>
          </a:solidFill>
          <a:ln w="12700">
            <a:solidFill>
              <a:srgbClr val="B76E7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49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launch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749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goes live in week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103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4E2E4D"/>
          </a:solidFill>
          <a:ln w="12700">
            <a:solidFill>
              <a:srgbClr val="4E2E4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2240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560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sponsorship of Season 1, Bengaluru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₹23 lakh plus GST, plus jewellery in kind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Mia at Work — Face of Fashion in Corporate</dc:title>
  <dc:subject>PptxGenJS Presentation</dc:subject>
  <dc:creator>Marketing IP proposal</dc:creator>
  <cp:lastModifiedBy>Marketing IP proposal</cp:lastModifiedBy>
  <cp:revision>1</cp:revision>
  <dcterms:created xsi:type="dcterms:W3CDTF">2026-09-15T18:17:35Z</dcterms:created>
  <dcterms:modified xsi:type="dcterms:W3CDTF">2026-09-15T18:17:35Z</dcterms:modified>
</cp:coreProperties>
</file>